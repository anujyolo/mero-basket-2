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a52493b2584529" /><Relationship Type="http://schemas.openxmlformats.org/officeDocument/2006/relationships/extended-properties" Target="/docProps/app.xml" Id="R12ea1c1a5fc842bc" /><Relationship Type="http://schemas.openxmlformats.org/officeDocument/2006/relationships/officeDocument" Target="/ppt/presentation.xml" Id="R11dfaece05404a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c62d1d11834542"/>
  </p:sldMasterIdLst>
  <p:notesMasterIdLst>
    <p:notesMasterId xmlns:r="http://schemas.openxmlformats.org/officeDocument/2006/relationships" r:id="R54abaaf3265f4b7d"/>
  </p:notesMasterIdLst>
  <p:sldIdLst>
    <p:sldId xmlns:r="http://schemas.openxmlformats.org/officeDocument/2006/relationships" id="256" r:id="Rb566ed0c187a4bb6"/>
    <p:sldId xmlns:r="http://schemas.openxmlformats.org/officeDocument/2006/relationships" id="257" r:id="R22fb0c5556694bd0"/>
    <p:sldId xmlns:r="http://schemas.openxmlformats.org/officeDocument/2006/relationships" id="258" r:id="Rfec0951f2f854265"/>
    <p:sldId xmlns:r="http://schemas.openxmlformats.org/officeDocument/2006/relationships" id="259" r:id="R03b62ddc18644d9e"/>
    <p:sldId xmlns:r="http://schemas.openxmlformats.org/officeDocument/2006/relationships" id="260" r:id="Rb7032d02bb5e452a"/>
    <p:sldId xmlns:r="http://schemas.openxmlformats.org/officeDocument/2006/relationships" id="261" r:id="R25741903c2bc4a8b"/>
    <p:sldId xmlns:r="http://schemas.openxmlformats.org/officeDocument/2006/relationships" id="262" r:id="Rf4622666b3224a7f"/>
    <p:sldId xmlns:r="http://schemas.openxmlformats.org/officeDocument/2006/relationships" id="263" r:id="R53aa1bd256384ac8"/>
    <p:sldId xmlns:r="http://schemas.openxmlformats.org/officeDocument/2006/relationships" id="264" r:id="Rf355dd57cc3048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ceef6eaa9b4137" /><Relationship Type="http://schemas.openxmlformats.org/officeDocument/2006/relationships/slideMaster" Target="/ppt/slideMasters/slideMaster1.xml" Id="R02c62d1d11834542" /><Relationship Type="http://schemas.openxmlformats.org/officeDocument/2006/relationships/notesMaster" Target="/ppt/notesMasters/notesMaster1.xml" Id="R54abaaf3265f4b7d" /><Relationship Type="http://schemas.openxmlformats.org/officeDocument/2006/relationships/presProps" Target="/ppt/presProps.xml" Id="Raaf5d160dc1c4ae8" /><Relationship Type="http://schemas.openxmlformats.org/officeDocument/2006/relationships/tableStyles" Target="/ppt/tableStyles.xml" Id="Re124ffe68f7c4621" /><Relationship Type="http://schemas.openxmlformats.org/officeDocument/2006/relationships/slide" Target="/ppt/slides/slide1.xml" Id="Rb566ed0c187a4bb6" /><Relationship Type="http://schemas.openxmlformats.org/officeDocument/2006/relationships/slide" Target="/ppt/slides/slide2.xml" Id="R22fb0c5556694bd0" /><Relationship Type="http://schemas.openxmlformats.org/officeDocument/2006/relationships/slide" Target="/ppt/slides/slide3.xml" Id="Rfec0951f2f854265" /><Relationship Type="http://schemas.openxmlformats.org/officeDocument/2006/relationships/slide" Target="/ppt/slides/slide4.xml" Id="R03b62ddc18644d9e" /><Relationship Type="http://schemas.openxmlformats.org/officeDocument/2006/relationships/slide" Target="/ppt/slides/slide5.xml" Id="Rb7032d02bb5e452a" /><Relationship Type="http://schemas.openxmlformats.org/officeDocument/2006/relationships/slide" Target="/ppt/slides/slide6.xml" Id="R25741903c2bc4a8b" /><Relationship Type="http://schemas.openxmlformats.org/officeDocument/2006/relationships/slide" Target="/ppt/slides/slide7.xml" Id="Rf4622666b3224a7f" /><Relationship Type="http://schemas.openxmlformats.org/officeDocument/2006/relationships/slide" Target="/ppt/slides/slide8.xml" Id="R53aa1bd256384ac8" /><Relationship Type="http://schemas.openxmlformats.org/officeDocument/2006/relationships/slide" Target="/ppt/slides/slide9.xml" Id="Rf355dd57cc3048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86397c1d3e43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729710a6d74483" /><Relationship Type="http://schemas.openxmlformats.org/officeDocument/2006/relationships/notesMaster" Target="/ppt/notesMasters/notesMaster1.xml" Id="Rdba2adefcc3d4a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d68e0f06df496e" /><Relationship Type="http://schemas.openxmlformats.org/officeDocument/2006/relationships/notesMaster" Target="/ppt/notesMasters/notesMaster1.xml" Id="R4abc12586a004f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9e31a612db46e8" /><Relationship Type="http://schemas.openxmlformats.org/officeDocument/2006/relationships/notesMaster" Target="/ppt/notesMasters/notesMaster1.xml" Id="Rb12d0bf04a104f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d4a9f98e9c4df5" /><Relationship Type="http://schemas.openxmlformats.org/officeDocument/2006/relationships/notesMaster" Target="/ppt/notesMasters/notesMaster1.xml" Id="R10fa6880f6b745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16414831824d1e" /><Relationship Type="http://schemas.openxmlformats.org/officeDocument/2006/relationships/notesMaster" Target="/ppt/notesMasters/notesMaster1.xml" Id="R02360419a74749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5cbbeac3a044ff" /><Relationship Type="http://schemas.openxmlformats.org/officeDocument/2006/relationships/notesMaster" Target="/ppt/notesMasters/notesMaster1.xml" Id="R226afd540b1140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cbd53c40c84516" /><Relationship Type="http://schemas.openxmlformats.org/officeDocument/2006/relationships/notesMaster" Target="/ppt/notesMasters/notesMaster1.xml" Id="R955f8ef9510f4b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afa4ab3bdf41ee" /><Relationship Type="http://schemas.openxmlformats.org/officeDocument/2006/relationships/notesMaster" Target="/ppt/notesMasters/notesMaster1.xml" Id="Rcf823aa50b9645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0f154c26564cce" /><Relationship Type="http://schemas.openxmlformats.org/officeDocument/2006/relationships/notesMaster" Target="/ppt/notesMasters/notesMaster1.xml" Id="R954d94f07d9c46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AG Health dashboard screenshot captured from http://localhost:3002/ag-health.</a:t>
            </a:r>
          </a:p>
          <a:p xmlns:a="http://schemas.openxmlformats.org/drawingml/2006/main">
            <a:r>
              <a:t>- Product capabilities from current project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Problem framing based on user requirements for CEO-friendly ERP reporting.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dashboard screenshot captured from current AG Health app.</a:t>
            </a:r>
          </a:p>
          <a:p xmlns:a="http://schemas.openxmlformats.org/drawingml/2006/main">
            <a:r>
              <a:t>- Dashboard organization from src/app/ag-health/page.tsx.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 hierarchy based on the current AG Health dashboard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inventory report screenshot captured from http://localhost:3002/ag-health/inventory-report.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production page screenshot captured from http://localhost:3002/ag-health/production.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sales analysis screenshot captured from http://localhost:3002/ag-health/sales-analysis.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chatbot screenshot captured from the AG Health dashboard.</a:t>
            </a:r>
          </a:p>
          <a:p xmlns:a="http://schemas.openxmlformats.org/drawingml/2006/main">
            <a:r>
              <a:t>- Chatbot behavior from src/app/ag-health/AgHealthChatbot.tsx.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capabilities from the current AG Health dashboard implementation and user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8aa35da9c4d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2bf363e45f4fe1" /><Relationship Type="http://schemas.openxmlformats.org/officeDocument/2006/relationships/slideLayout" Target="/ppt/slideLayouts/slideLayout1.xml" Id="R3211b77f98e547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11b77f98e547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798b97f5c426f" /><Relationship Type="http://schemas.openxmlformats.org/officeDocument/2006/relationships/image" Target="/ppt/media/image.png" Id="R0af68cc2990045c8" /><Relationship Type="http://schemas.openxmlformats.org/officeDocument/2006/relationships/notesSlide" Target="/ppt/notesSlides/notesSlide1.xml" Id="R366d9206e8b644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ce0f8811a4638" /><Relationship Type="http://schemas.openxmlformats.org/officeDocument/2006/relationships/notesSlide" Target="/ppt/notesSlides/notesSlide2.xml" Id="R329a47bdafaf48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ddab4517f421b" /><Relationship Type="http://schemas.openxmlformats.org/officeDocument/2006/relationships/image" Target="/ppt/media/image2.png" Id="R84853d202e3b4d05" /><Relationship Type="http://schemas.openxmlformats.org/officeDocument/2006/relationships/notesSlide" Target="/ppt/notesSlides/notesSlide3.xml" Id="R5f7f8d0320404d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f67170d394d8f" /><Relationship Type="http://schemas.openxmlformats.org/officeDocument/2006/relationships/notesSlide" Target="/ppt/notesSlides/notesSlide4.xml" Id="R726d8069298e4f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de66a5bc74859" /><Relationship Type="http://schemas.openxmlformats.org/officeDocument/2006/relationships/image" Target="/ppt/media/image3.png" Id="Rc2e8013b81ff4a24" /><Relationship Type="http://schemas.openxmlformats.org/officeDocument/2006/relationships/notesSlide" Target="/ppt/notesSlides/notesSlide5.xml" Id="R2616476d8b9f48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82e2781684e9e" /><Relationship Type="http://schemas.openxmlformats.org/officeDocument/2006/relationships/image" Target="/ppt/media/image4.png" Id="R48dbf719cdba48dc" /><Relationship Type="http://schemas.openxmlformats.org/officeDocument/2006/relationships/notesSlide" Target="/ppt/notesSlides/notesSlide6.xml" Id="R0a13bc2633bd4a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54b9dc4dc4ff8" /><Relationship Type="http://schemas.openxmlformats.org/officeDocument/2006/relationships/image" Target="/ppt/media/image5.png" Id="R5fbecfcbb7dc4144" /><Relationship Type="http://schemas.openxmlformats.org/officeDocument/2006/relationships/notesSlide" Target="/ppt/notesSlides/notesSlide7.xml" Id="Re759fc5b8d8842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3238ebd894d38" /><Relationship Type="http://schemas.openxmlformats.org/officeDocument/2006/relationships/image" Target="/ppt/media/image6.png" Id="Rdf4c346dacde4e41" /><Relationship Type="http://schemas.openxmlformats.org/officeDocument/2006/relationships/notesSlide" Target="/ppt/notesSlides/notesSlide8.xml" Id="R4d02a398d7b242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3c080937f41b7" /><Relationship Type="http://schemas.openxmlformats.org/officeDocument/2006/relationships/notesSlide" Target="/ppt/notesSlides/notesSlide9.xml" Id="Ra255aae5055e45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7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3FE2E0-E600-4501-8BA2-DB1AA297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6250"/>
            <a:ext cx="2952750" cy="2952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39C65-ACC2-4552-A074-71797380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1435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82A5C-5B94-4DFD-BF6C-430DC5D7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AG HEALTH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A6B43D-3FC6-4B70-93D3-2352AAFD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ERP intelligence for faster factory decisions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B85A9-3A69-4D26-AE43-31EA0CBC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CE8F8"/>
                </a:solidFill>
              </a:defRPr>
            </a:pPr>
            <a:r>
              <a:rPr sz="1800" b="0">
                <a:solidFill>
                  <a:srgbClr val="DCE8F8"/>
                </a:solidFill>
              </a:rPr>
              <a:t>A premium management layer that turns Business Central data into clear dashboards, focused modules, and simple answers.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B34EC-E95D-451B-8B56-99F66AF3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181100"/>
            <a:ext cx="436245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25C934-6FD2-4FBE-A8AB-21F6C73A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181100"/>
            <a:ext cx="43624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CEF29-7316-4879-B249-E55EE6F2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295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9B294-7CB5-4773-A6F2-89A4EF24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295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F0913-723E-4886-8BC5-AE3D7A51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295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68cc2990045c8"/>
          <a:srcRect xmlns:a="http://schemas.openxmlformats.org/drawingml/2006/main" l="4034" t="0" r="40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1314450"/>
            <a:ext cx="4095750" cy="2762250"/>
          </a:xfrm>
          <a:prstGeom xmlns:a="http://schemas.openxmlformats.org/drawingml/2006/main" prst="roundRect">
            <a:avLst>
              <a:gd name="adj" fmla="val 413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FCFCF-72D7-443C-98DA-4DCCA0E6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Built to be shown, understood, and saved.</a:t>
            </a:r>
          </a:p>
        </p:txBody>
      </p:sp>
    </p:spTree>
    <p:extLst>
      <p:ext uri="{BB962C8B-B14F-4D97-AF65-F5344CB8AC3E}">
        <p14:creationId xmlns:p14="http://schemas.microsoft.com/office/powerpoint/2010/main" val="1910072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6523A5-290C-49EF-921B-D253E818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7F6E3-C537-4B02-B945-5FD006CE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E95E-30F2-431E-ADB5-319A3666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F688F-2D0A-41F9-B28A-4333F0FA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THE GAP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ED831-8625-4700-A9E7-F67A1942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ERP data exists, but decisions still feel slow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E4A66-3C1E-4A08-9E2A-8B24EFBB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The problem is not lack of data. It is that the data is spread out, technical, and hard to read quickly.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4560B-010D-43A2-81C5-E9029667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48000"/>
            <a:ext cx="295275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AFC81-6C20-4D0D-9FE4-52270AA6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48000"/>
            <a:ext cx="295275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DEDB6-668C-4F04-A60A-478D0C06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48000"/>
            <a:ext cx="2952750" cy="1381125"/>
          </a:xfrm>
          <a:prstGeom xmlns:a="http://schemas.openxmlformats.org/drawingml/2006/main" prst="roundRect">
            <a:avLst>
              <a:gd name="adj" fmla="val 11034"/>
            </a:avLst>
          </a:prstGeom>
          <a:solidFill xmlns:a="http://schemas.openxmlformats.org/drawingml/2006/main">
            <a:srgbClr val="EEFCF6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71BE3-DE11-474A-A878-57AADC01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09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Too many screens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D7E7EA-462D-476E-B17D-CE561A0A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9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3"/>
                </a:solidFill>
              </a:defRPr>
            </a:pPr>
            <a:r>
              <a:rPr sz="1275" b="0">
                <a:solidFill>
                  <a:srgbClr val="526173"/>
                </a:solidFill>
              </a:rPr>
              <a:t>Managers must jump between ERP pages.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80398-1997-41DA-B998-93955BA3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09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Too much checking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3EC75-02FB-4AAB-B552-C64CEA33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3"/>
                </a:solidFill>
              </a:defRPr>
            </a:pPr>
            <a:r>
              <a:rPr sz="1275" b="0">
                <a:solidFill>
                  <a:srgbClr val="526173"/>
                </a:solidFill>
              </a:rPr>
              <a:t>Simple answers take repeated verification.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9B7F2-F95B-4CB7-8839-3148B7F2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09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Too little clarity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B1375-E7B2-468B-B87F-AA8F89F1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29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173"/>
                </a:solidFill>
              </a:defRPr>
            </a:pPr>
            <a:r>
              <a:rPr sz="1275" b="0">
                <a:solidFill>
                  <a:srgbClr val="526173"/>
                </a:solidFill>
              </a:rPr>
              <a:t>Numbers need context to become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9064FD-3F2A-4155-A1B4-76B793AB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197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75F"/>
                </a:solidFill>
              </a:defRPr>
            </a:pPr>
            <a:r>
              <a:rPr sz="2100" b="1">
                <a:solidFill>
                  <a:srgbClr val="17375F"/>
                </a:solidFill>
              </a:rPr>
              <a:t>This project solves the reading problem: it makes live ERP data easier to understand.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36AD9-1188-4B8A-8B0A-8CFCB55C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2/9</a:t>
            </a:r>
          </a:p>
        </p:txBody>
      </p:sp>
    </p:spTree>
    <p:extLst>
      <p:ext uri="{BB962C8B-B14F-4D97-AF65-F5344CB8AC3E}">
        <p14:creationId xmlns:p14="http://schemas.microsoft.com/office/powerpoint/2010/main" val="16376307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A2E9F-27C2-40AC-9A9E-07B5BBEF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21399-FFA0-43FD-A976-2394D4AA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7D6EF-F185-434E-9B5C-499163AF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96430-0529-476F-93EC-E035B9B3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THE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86C62-D572-4294-A12E-8823491E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One clean layer over Business Central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D112B-F79F-4691-92D3-92D30E9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The app takes ERP feeds, separates them into modules, and shows only the information needed for each decision.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D7E9C-CA60-4CDA-B21D-BDD1C4A9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219700" cy="31242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6CA4C-448C-4AD7-8176-A43C579E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21970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A8777-B873-4383-AAE1-362D523C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EB7EA-A71A-4248-8DB6-08C15350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D6D2F4-221F-4AB2-8FE6-04908657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53d202e3b4d05"/>
          <a:srcRect xmlns:a="http://schemas.openxmlformats.org/drawingml/2006/main" l="0" t="3474" r="0" b="3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24765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CD424-42D7-4498-BAB0-2976A000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813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E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74B76-9CED-4FD4-9928-CB0A5687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051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Financial snapshot first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00B82-87E4-4144-B28D-94FE980D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147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9BD3D-AEC7-4243-951D-71189567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385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Operations below 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5E26F4-1CD8-4328-A68B-7DB6643B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48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77DA6-BA6B-4938-81A2-C1EECF93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Detailed reports on separate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68BE73-CE1F-4D2B-96B8-703C4716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6C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1D6711-B8EE-4300-BAA5-C0282424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053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Chatbot for quick data questions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4811AA-1EC9-419B-B3D9-96008786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3/9</a:t>
            </a:r>
          </a:p>
        </p:txBody>
      </p:sp>
    </p:spTree>
    <p:extLst>
      <p:ext uri="{BB962C8B-B14F-4D97-AF65-F5344CB8AC3E}">
        <p14:creationId xmlns:p14="http://schemas.microsoft.com/office/powerpoint/2010/main" val="1590670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66CC1F-D614-497F-B2D1-3F0EECD7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9360A-9AEB-4294-AF21-A4E83830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B84C4-A921-4A50-B458-0FE43AC1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FE51B-9BA0-4FCC-BCDC-8FB81700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EXECUTIVE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9440D-D951-4932-B078-B0038CFD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The top of the system is simple by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60649-F024-42C2-AD03-D46E8EAF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For leadership, the dashboard starts with the business picture first and avoids unnecessary clutter.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DCD1E-60CE-43EF-871A-F64D850A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52750"/>
            <a:ext cx="2857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8A4F3-D754-4043-A500-3FAD5310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52750"/>
            <a:ext cx="2857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2987A-6D36-4B81-9360-F734AD05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857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CD8CA-AFD8-4E0B-A246-702CED20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718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375F"/>
                </a:solidFill>
              </a:defRPr>
            </a:pPr>
            <a:r>
              <a:rPr sz="2325" b="1">
                <a:solidFill>
                  <a:srgbClr val="17375F"/>
                </a:solidFill>
              </a:rPr>
              <a:t>Sales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29F7A-334E-46C7-9B3A-E073B0D5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48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3"/>
                </a:solidFill>
              </a:defRPr>
            </a:pPr>
            <a:r>
              <a:rPr sz="1350" b="0">
                <a:solidFill>
                  <a:srgbClr val="526173"/>
                </a:solidFill>
              </a:rPr>
              <a:t>How the business is moving.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49227-2391-4E90-8F85-4C23DCB1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718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78DD"/>
                </a:solidFill>
              </a:defRPr>
            </a:pPr>
            <a:r>
              <a:rPr sz="2325" b="1">
                <a:solidFill>
                  <a:srgbClr val="3D78DD"/>
                </a:solidFill>
              </a:rPr>
              <a:t>Receivables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5AAEA-F274-457E-A9D1-11BDDEDE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48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3"/>
                </a:solidFill>
              </a:defRPr>
            </a:pPr>
            <a:r>
              <a:rPr sz="1350" b="0">
                <a:solidFill>
                  <a:srgbClr val="526173"/>
                </a:solidFill>
              </a:rPr>
              <a:t>What customers still owe.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50664E-4082-4555-A890-3A178489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718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A7200"/>
                </a:solidFill>
              </a:defRPr>
            </a:pPr>
            <a:r>
              <a:rPr sz="2325" b="1">
                <a:solidFill>
                  <a:srgbClr val="9A7200"/>
                </a:solidFill>
              </a:rPr>
              <a:t>Bank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79F24-7A2A-400A-85BD-653403C3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48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73"/>
                </a:solidFill>
              </a:defRPr>
            </a:pPr>
            <a:r>
              <a:rPr sz="1350" b="0">
                <a:solidFill>
                  <a:srgbClr val="526173"/>
                </a:solidFill>
              </a:rPr>
              <a:t>What finance can verify.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08FF5-D0F9-4E2C-8326-028F4CA1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No raw data dump. No mixed sections. Just the first answer a CEO needs.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683368-ECD6-465C-861B-43ED4407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4/9</a:t>
            </a:r>
          </a:p>
        </p:txBody>
      </p:sp>
    </p:spTree>
    <p:extLst>
      <p:ext uri="{BB962C8B-B14F-4D97-AF65-F5344CB8AC3E}">
        <p14:creationId xmlns:p14="http://schemas.microsoft.com/office/powerpoint/2010/main" val="13025472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754AB5-8F51-48B4-BE28-B846095D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6E558-6E07-4FD4-A48F-E483F7F7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C4BFA-0104-4A55-B8F4-4524B088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7919F-514B-46AB-A7ED-EF45C772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INVENTORY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C62C4-DF43-4CA2-8A55-23F93FA9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Stock becomes easier to explain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C5140-C00F-463D-AB63-8539E1D9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Inventory and packing data stay separated, so teams can understand what stock exists and what it supports.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840B8-EB2F-48B5-9056-18802558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81275"/>
            <a:ext cx="5600700" cy="31242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0263E6-C17B-4F31-A3BE-2D7B617D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81275"/>
            <a:ext cx="560070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DE015-7249-45EA-B2CB-007CD189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53E25-BDC9-4D47-9523-555875A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9CA72-F180-4669-959D-DC7859D0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e8013b81ff4a24"/>
          <a:srcRect xmlns:a="http://schemas.openxmlformats.org/drawingml/2006/main" l="0" t="6797" r="0" b="67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2714625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6EA32-4532-4F32-A672-8BF1DAB3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670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9C93B8-DB65-46AD-9CB1-8F7B81E4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1908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Item categories stay separated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E5336-3E6E-4CA2-A5E5-6A86C10F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8576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BE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8B690B-B345-49B3-B47A-1FADC1AE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814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Stock value is clearly marked as calculated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7C6785-F4FF-4FB8-9C74-D75FE7EC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481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E11937-DACE-43C1-BFB0-D97D58D0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3719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Detailed rows stay below the summary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CE0DE-0BE0-498D-9F8F-D9E99422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5/9</a:t>
            </a:r>
          </a:p>
        </p:txBody>
      </p:sp>
    </p:spTree>
    <p:extLst>
      <p:ext uri="{BB962C8B-B14F-4D97-AF65-F5344CB8AC3E}">
        <p14:creationId xmlns:p14="http://schemas.microsoft.com/office/powerpoint/2010/main" val="1100893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201D61-1DD4-4021-8492-BCE6AD75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67654-5D37-4ECF-BC2D-D2ABD66B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C2913-2548-45B7-A054-7F5733DD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3DA78-8416-4F07-8FF0-3FFB3EB8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7797B-BD3D-466D-9706-04208E8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Output is shown in a way people can 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5803-137C-4516-A32C-F05AB658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Production is shown as pieces, with supporting stock context and detailed rows when needed.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5F49E-8CFE-44B3-BAFA-E325DB3B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33650"/>
            <a:ext cx="5219700" cy="31242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8278C-121B-43FD-BDEB-8A9789FF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33650"/>
            <a:ext cx="521970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A95A8-1389-44B3-8AB5-D45FA620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C7E0B-2EFF-4E0C-A1EE-F4EF6F69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18B81-006B-41E4-A629-985F372C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bf719cdba48dc"/>
          <a:srcRect xmlns:a="http://schemas.openxmlformats.org/drawingml/2006/main" l="0" t="3474" r="0" b="3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26670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78697-49A8-4A8A-B269-FC1382C6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3857625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B184C-B707-4B6E-900B-659A3C3D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52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What the page answers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85401-07CD-4FFB-B7B6-BD821152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005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E005A-2878-421D-A902-2EAACE9E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243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What was produced?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120A9-F89F-4E23-BA03-3430800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4C22A-64DA-4DF4-A8BE-229489BF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43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Which goods are finished?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7DE273-3C42-4E41-8429-EA2D777D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7954A-E23D-4316-874E-581D0C01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What stock supports production?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8B9DAF-0557-4E3B-877C-5883D0D7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6/9</a:t>
            </a:r>
          </a:p>
        </p:txBody>
      </p:sp>
    </p:spTree>
    <p:extLst>
      <p:ext uri="{BB962C8B-B14F-4D97-AF65-F5344CB8AC3E}">
        <p14:creationId xmlns:p14="http://schemas.microsoft.com/office/powerpoint/2010/main" val="6495659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D11B55-750F-4C56-B1AC-C6FD9840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31D7D-6202-4A33-AFE9-C5B7E4D0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17A39-0841-4B41-A0F3-E8EA6F9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BC7DA-4241-4960-8CBA-EA759C80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SALES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F428E-E703-45D9-B28E-64045E43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Sales analysis is built for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D87A4B-ABD8-4103-AC98-40B6F3AA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The sales page supports product, dealer, place, and time-based analysis without putting everything on one screen.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82688-581D-4687-8A60-4462F03C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33650"/>
            <a:ext cx="5314950" cy="31242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3F84D-C8F5-49EF-904F-1D577579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33650"/>
            <a:ext cx="53149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8DB1E-DFAF-4691-8697-D06758F3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61720-CA74-4611-A395-DFCE71A5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6B16F-B716-4BC0-9600-AA1EC0B5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ecfcbb7dc4144"/>
          <a:srcRect xmlns:a="http://schemas.openxmlformats.org/drawingml/2006/main" l="0" t="4352" r="0" b="43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667000"/>
            <a:ext cx="504825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7F864-BAAB-4FE4-AE55-45710FE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0377DB-72F9-45BD-9150-AB2B784C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Search by product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3490DC-8372-457F-A97B-17CEA081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195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51197-EA54-4513-A490-7C4C000D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433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Filter by location and dealer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0E09C-1A14-4F9A-B181-93EEED24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338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113355-1DCE-44DE-8A98-03C223F0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765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See contribution and trend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4F968B-199B-43DB-ACCF-8B3D9FFC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78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7031E7-07D9-42AA-9ED6-80B8134E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720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Open detailed rows only when needed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38EC8F-42F0-4416-8E34-AAA4211C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7/9</a:t>
            </a:r>
          </a:p>
        </p:txBody>
      </p:sp>
    </p:spTree>
    <p:extLst>
      <p:ext uri="{BB962C8B-B14F-4D97-AF65-F5344CB8AC3E}">
        <p14:creationId xmlns:p14="http://schemas.microsoft.com/office/powerpoint/2010/main" val="13666900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87595-C077-4708-88E2-5C1AAD28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4481B-C84F-450C-9B4A-4A2206C3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2450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4C20E-530A-4758-83E0-F56D7748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9A2DE-8167-4298-9419-5AA12052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BE2D"/>
                </a:solidFill>
              </a:defRPr>
            </a:pPr>
            <a:r>
              <a:rPr sz="1125" b="1">
                <a:solidFill>
                  <a:srgbClr val="E2BE2D"/>
                </a:solidFill>
              </a:rPr>
              <a:t>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EE10D-C0B9-4646-8917-EB3C7EDF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8286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11827"/>
                </a:solidFill>
              </a:defRPr>
            </a:pPr>
            <a:r>
              <a:rPr sz="3375" b="1">
                <a:solidFill>
                  <a:srgbClr val="111827"/>
                </a:solidFill>
              </a:rPr>
              <a:t>Users can ask instead of searching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79BE4-8549-436E-8206-658A512B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73"/>
                </a:solidFill>
              </a:defRPr>
            </a:pPr>
            <a:r>
              <a:rPr sz="1575" b="0">
                <a:solidFill>
                  <a:srgbClr val="526173"/>
                </a:solidFill>
              </a:rPr>
              <a:t>The assistant reads the mapped ERP summary and answers practical questions from the same project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E62EC-1B01-4AF7-9C88-E9A7B07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4362450" cy="35052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536681-FD2E-43AD-B45D-C3B63C0F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43624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173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23292-E84B-41F9-B9C3-71ECA609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C907A-3EF7-4FD4-B2FF-F53648C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9E5EC9-EA91-4C5A-9F4A-99C57C63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D6A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4c346dacde4e41"/>
          <a:srcRect xmlns:a="http://schemas.openxmlformats.org/drawingml/2006/main" l="10794" t="0" r="107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2381250"/>
            <a:ext cx="4095750" cy="3238500"/>
          </a:xfrm>
          <a:prstGeom xmlns:a="http://schemas.openxmlformats.org/drawingml/2006/main" prst="roundRect">
            <a:avLst>
              <a:gd name="adj" fmla="val 3529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74D67-EBD4-4611-B402-71D2D19D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0957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00DC8-606D-4E4A-832A-5544672E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004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Ask things like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868E56-09DB-4B45-9760-C01D8169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528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• Show sales summary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• What is packing stock?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• Which orders are pending?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• Where does this number come from?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236F51-DB10-4BEF-9CEE-0EB2830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A0B4"/>
                </a:solidFill>
              </a:defRPr>
            </a:pPr>
            <a:r>
              <a:rPr sz="900" b="1">
                <a:solidFill>
                  <a:srgbClr val="8EA0B4"/>
                </a:solidFill>
              </a:rPr>
              <a:t>AG Health ERP · 8/9</a:t>
            </a:r>
          </a:p>
        </p:txBody>
      </p:sp>
    </p:spTree>
    <p:extLst>
      <p:ext uri="{BB962C8B-B14F-4D97-AF65-F5344CB8AC3E}">
        <p14:creationId xmlns:p14="http://schemas.microsoft.com/office/powerpoint/2010/main" val="7883247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37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FBF9F-F579-4AC6-809E-3BDE7BA4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6250"/>
            <a:ext cx="2952750" cy="2952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13D68-37F7-4316-9AE0-785AB7A3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1435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F5CF0-63C4-4ED1-9E8C-E07B042B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BE2D"/>
                </a:solidFill>
              </a:defRPr>
            </a:pPr>
            <a:r>
              <a:rPr sz="1200" b="1">
                <a:solidFill>
                  <a:srgbClr val="E2BE2D"/>
                </a:solidFill>
              </a:rPr>
              <a:t>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9CA51-0B90-448B-9FA3-262549A9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19200"/>
            <a:ext cx="723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AG Health gets a dashboard that is easy to trust and easy to present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8344E-EBD7-4B8E-A62E-6DE5E102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94297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8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19195-F3B6-4B67-BEDD-E3C8FBF2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861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What makes it valuable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42664-ED71-4D15-9800-8B9B60BC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5765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Cleaner executive view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Focused module pages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Real project screenshots for demo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ERP-backed data explanations</a:t>
            </a:r>
          </a:p>
          <a:p xmlns:a="http://schemas.openxmlformats.org/drawingml/2006/main">
            <a:pPr algn="l">
              <a:defRPr sz="1650" b="0">
                <a:solidFill>
                  <a:srgbClr val="526173"/>
                </a:solidFill>
              </a:defRPr>
            </a:pPr>
            <a:r>
              <a:rPr sz="1650" b="0">
                <a:solidFill>
                  <a:srgbClr val="526173"/>
                </a:solidFill>
              </a:rPr>
              <a:t>Working chatbot for quick answers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E5D61-090B-4937-A631-800C808E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67375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Next step: validate final ERP field mappings with finance, then demo the live dashboard using real management questions.</a:t>
            </a:r>
          </a:p>
        </p:txBody>
      </p:sp>
    </p:spTree>
    <p:extLst>
      <p:ext uri="{BB962C8B-B14F-4D97-AF65-F5344CB8AC3E}">
        <p14:creationId xmlns:p14="http://schemas.microsoft.com/office/powerpoint/2010/main" val="101848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2026-08-23T05:02:39.7410000Z</dcterms:created>
  <dcterms:modified xsi:type="dcterms:W3CDTF">2026-08-23T05:02:39.7410000Z</dcterms:modified>
</coreProperties>
</file>